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confidence. NEXUS is the product. Let the name land before speaking.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after "Zero shared learning." Let it sit. Then deliver the Hyderabad story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reframe that nobody else has made. Same root cause. Same solution. Say it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NEXUS is not a chatbot. Not a RAG system. It is infrastructure — a collective intelligence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agent. Emphasize the feedback loop — it publishes back. That's what makes it collective.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Network IQ Score is the headline metric. It grows. Judges can see it growing in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9% vs 31% speak. Don't over-explain. The improvement is self-evident.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every component is Microsoft native. This is not Azure as an afterthought — it is the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network effect is the moat. Mention it explicitly. Every new node makes every other node smarter.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silence after the tagline. Don't rush the close. Let them sit with "the network just got smarter."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0F204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78D4">
              <a:alpha val="15000"/>
            </a:srgbClr>
          </a:solidFill>
          <a:ln w="12700">
            <a:solidFill>
              <a:srgbClr val="0078D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2743200"/>
            <a:ext cx="3200400" cy="32004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02920"/>
            <a:ext cx="1097280" cy="457200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/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502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F0FE"/>
                </a:solidFill>
              </a:rPr>
              <a:t>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NEXUS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Intelligence Registry for Distributed Agent Networks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6858000" cy="594360"/>
          </a:xfrm>
          <a:prstGeom prst="roundRect">
            <a:avLst>
              <a:gd name="adj" fmla="val 12308"/>
            </a:avLst>
          </a:prstGeom>
          <a:solidFill>
            <a:srgbClr val="0F20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632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learns alone. NEXUS makes every agent smarter from what all agents have learned.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D1F3A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931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Swarms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97480" y="39319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D1F3A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97480" y="3931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97480" y="4434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39319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D1F3A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3931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4434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95160" y="39319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D1F3A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95160" y="3931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Build 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95160" y="4434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0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340 campaigns. 18 states. Zero shared learning.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046720" cy="1371600"/>
          </a:xfrm>
          <a:prstGeom prst="roundRect">
            <a:avLst>
              <a:gd name="adj" fmla="val 6667"/>
            </a:avLst>
          </a:prstGeom>
          <a:solidFill>
            <a:srgbClr val="0F20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2024, a national EdTech company ran 340 regional campaigns. The Hyderabad team discovered: scholarship-angle messaging converts 3× better in Tier-2 cities.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insight never left Hyderabad.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other teams independently made the same discovery — over 6 months. Same insight. Four rediscoveries. Thousands of wasted campaign rupees.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0D1F3A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3383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Gap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clears. Intelligence evaporates. Next agent starts from zero.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333756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0D1F3A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3383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3756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Network Gap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4114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consultant rediscovers what others already know. Every cycle reinvents.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333756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0D1F3A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3383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2648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4114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in wasted compute, redundant token spend, and repeated failures.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INSIGHT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8046720" cy="1463040"/>
          </a:xfrm>
          <a:prstGeom prst="roundRect">
            <a:avLst>
              <a:gd name="adj" fmla="val 7500"/>
            </a:avLst>
          </a:prstGeom>
          <a:solidFill>
            <a:srgbClr val="0F2040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77724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F0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 networks and human partner networks share </a:t>
            </a:r>
            <a:pPr indent="0" marL="0">
              <a:buNone/>
            </a:pPr>
            <a:r>
              <a:rPr lang="en-US" sz="17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fundamental failure: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E8F0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generated at one node never reaches other nodes.</a:t>
            </a:r>
            <a:endParaRPr lang="en-US" sz="1700" dirty="0"/>
          </a:p>
          <a:p>
            <a:pPr indent="0" marL="0">
              <a:buNone/>
            </a:pPr>
            <a:r>
              <a:rPr lang="en-US" sz="1700" b="1" i="1" dirty="0">
                <a:solidFill>
                  <a:srgbClr val="00E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 is identical for both.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749040" cy="2468880"/>
          </a:xfrm>
          <a:prstGeom prst="roundRect">
            <a:avLst>
              <a:gd name="adj" fmla="val 3704"/>
            </a:avLst>
          </a:prstGeom>
          <a:solidFill>
            <a:srgbClr val="0D1F3A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468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Networks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 ends → context wiped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 agent retries solved problems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Wasted compute, wasted tokens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shared memory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=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846320" y="2377440"/>
            <a:ext cx="3749040" cy="2468880"/>
          </a:xfrm>
          <a:prstGeom prst="roundRect">
            <a:avLst>
              <a:gd name="adj" fmla="val 3704"/>
            </a:avLst>
          </a:prstGeom>
          <a:solidFill>
            <a:srgbClr val="0D1F3A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2468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Networks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92608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Campaign ends → insights lost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 consultant starts from zero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discoveries made repeatedly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collective intelligence layer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078D4">
              <a:alpha val="10000"/>
            </a:srgbClr>
          </a:solidFill>
          <a:ln w="12700">
            <a:solidFill>
              <a:srgbClr val="0078D4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600" kern="0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NEXUS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Intelligence Operating System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Distributed Agent Networks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0F20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Registry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Vector-based Intelligence Registry that lives beyond any single session or agent run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283464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0F20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29000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System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3703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reasoning traces — what worked, what failed, confidence score, full context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83464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0F20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Learning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3703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run contributes to and benefits from a compounding intelligence flywheel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0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5-Agent Swarm + Intelligence Registry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0" y="137160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0F2040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0" y="13716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INTELLIGENCE REGISTRY  (Azure AI Search)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2148840"/>
            <a:ext cx="0" cy="36576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246120"/>
            <a:ext cx="786384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560320"/>
            <a:ext cx="1463040" cy="2331720"/>
          </a:xfrm>
          <a:prstGeom prst="roundRect">
            <a:avLst>
              <a:gd name="adj" fmla="val 5000"/>
            </a:avLst>
          </a:prstGeom>
          <a:solidFill>
            <a:srgbClr val="0D1F3A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429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data,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registry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21408" y="2560320"/>
            <a:ext cx="1463040" cy="2331720"/>
          </a:xfrm>
          <a:prstGeom prst="roundRect">
            <a:avLst>
              <a:gd name="adj" fmla="val 5000"/>
            </a:avLst>
          </a:prstGeom>
          <a:solidFill>
            <a:srgbClr val="0D1F3A"/>
          </a:solidFill>
          <a:ln w="12700">
            <a:solidFill>
              <a:srgbClr val="2EA8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21408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21408" y="3063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67128" y="3429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blueprint-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strategy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85616" y="2560320"/>
            <a:ext cx="1463040" cy="2331720"/>
          </a:xfrm>
          <a:prstGeom prst="roundRect">
            <a:avLst>
              <a:gd name="adj" fmla="val 5000"/>
            </a:avLst>
          </a:prstGeom>
          <a:solidFill>
            <a:srgbClr val="0D1F3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85616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85616" y="3063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31336" y="3429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assets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49824" y="2560320"/>
            <a:ext cx="1463040" cy="2331720"/>
          </a:xfrm>
          <a:prstGeom prst="roundRect">
            <a:avLst>
              <a:gd name="adj" fmla="val 5000"/>
            </a:avLst>
          </a:prstGeom>
          <a:solidFill>
            <a:srgbClr val="0D1F3A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49824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9824" y="3063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95544" y="3429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vs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patterns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14032" y="2560320"/>
            <a:ext cx="1463040" cy="2331720"/>
          </a:xfrm>
          <a:prstGeom prst="roundRect">
            <a:avLst>
              <a:gd name="adj" fmla="val 5000"/>
            </a:avLst>
          </a:prstGeom>
          <a:solidFill>
            <a:srgbClr val="0D1F3A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14032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14032" y="3063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59752" y="3429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new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back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4892040"/>
            <a:ext cx="0" cy="-457200"/>
          </a:xfrm>
          <a:prstGeom prst="line">
            <a:avLst/>
          </a:prstGeom>
          <a:noFill/>
          <a:ln w="19050">
            <a:solidFill>
              <a:srgbClr val="00E5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0" y="4709160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0F2040"/>
          </a:solidFill>
          <a:ln w="6350">
            <a:solidFill>
              <a:srgbClr val="00E5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pushes Blueprint back → Registry grows smarter every cycle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0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intelligence that outlives any single session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60320" cy="3383280"/>
          </a:xfrm>
          <a:prstGeom prst="roundRect">
            <a:avLst>
              <a:gd name="adj" fmla="val 3571"/>
            </a:avLst>
          </a:prstGeom>
          <a:solidFill>
            <a:srgbClr val="0D1F3A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08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2514600"/>
            <a:ext cx="2194560" cy="0"/>
          </a:xfrm>
          <a:prstGeom prst="line">
            <a:avLst/>
          </a:prstGeom>
          <a:noFill/>
          <a:ln w="6350">
            <a:solidFill>
              <a:srgbClr val="00E5A0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06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approaches: angle, channel, timing, outcome. Confidence-scored by Guardian.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0F2040"/>
          </a:solidFill>
          <a:ln w="6350">
            <a:solidFill>
              <a:srgbClr val="00E5A0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3886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messaging → 3.1× uplift in Tier-2 demographics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1417320"/>
            <a:ext cx="2560320" cy="3383280"/>
          </a:xfrm>
          <a:prstGeom prst="roundRect">
            <a:avLst>
              <a:gd name="adj" fmla="val 3571"/>
            </a:avLst>
          </a:prstGeom>
          <a:solidFill>
            <a:srgbClr val="0D1F3A"/>
          </a:solidFill>
          <a:ln w="1270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37560" y="1508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37560" y="1965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2240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520440" y="2514600"/>
            <a:ext cx="2194560" cy="0"/>
          </a:xfrm>
          <a:prstGeom prst="line">
            <a:avLst/>
          </a:prstGeom>
          <a:noFill/>
          <a:ln w="6350">
            <a:solidFill>
              <a:srgbClr val="FF4560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2606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failed and why. Prevents the same mistake across ALL future agents forever.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29000" y="3611880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0F2040"/>
          </a:solidFill>
          <a:ln w="6350">
            <a:solidFill>
              <a:srgbClr val="FF4560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3657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520440" y="3886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Placement-only angle → 4% conversion in joint-family markets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1417320"/>
            <a:ext cx="2560320" cy="3383280"/>
          </a:xfrm>
          <a:prstGeom prst="roundRect">
            <a:avLst>
              <a:gd name="adj" fmla="val 3571"/>
            </a:avLst>
          </a:prstGeom>
          <a:solidFill>
            <a:srgbClr val="0D1F3A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26480" y="1508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26480" y="1965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2240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309360" y="2514600"/>
            <a:ext cx="2194560" cy="0"/>
          </a:xfrm>
          <a:prstGeom prst="line">
            <a:avLst/>
          </a:prstGeom>
          <a:noFill/>
          <a:ln w="6350">
            <a:solidFill>
              <a:srgbClr val="FFD700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606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temporal patterns. Cultural context, festival seasons, optimal timing.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3611880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0F2040"/>
          </a:solidFill>
          <a:ln w="6350">
            <a:solidFill>
              <a:srgbClr val="FFD700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3657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09360" y="3886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6–9PM sends: 47% higher open rate in this region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4892040"/>
            <a:ext cx="8046720" cy="182880"/>
          </a:xfrm>
          <a:prstGeom prst="roundRect">
            <a:avLst>
              <a:gd name="adj" fmla="val 20000"/>
            </a:avLst>
          </a:prstGeom>
          <a:solidFill>
            <a:srgbClr val="0F20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89204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IQ Score = Blueprint count × Average confidence — visible proof the network is growing smarter with every run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0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Collective intelligence compounds with every campaign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57600" cy="3566160"/>
          </a:xfrm>
          <a:prstGeom prst="roundRect">
            <a:avLst>
              <a:gd name="adj" fmla="val 3077"/>
            </a:avLst>
          </a:prstGeom>
          <a:solidFill>
            <a:srgbClr val="0D1F3A"/>
          </a:solidFill>
          <a:ln w="1905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NEXUS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Empty registry — agent starts from zero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Generic, uninformed assets generated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3–5 days to deploy manually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learning from previous campaigns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0" y="2697480"/>
            <a:ext cx="822960" cy="594360"/>
          </a:xfrm>
          <a:prstGeom prst="ellipse">
            <a:avLst/>
          </a:prstGeom>
          <a:solidFill>
            <a:srgbClr val="0F20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26974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1325880"/>
            <a:ext cx="3657600" cy="3566160"/>
          </a:xfrm>
          <a:prstGeom prst="roundRect">
            <a:avLst>
              <a:gd name="adj" fmla="val 3077"/>
            </a:avLst>
          </a:prstGeom>
          <a:solidFill>
            <a:srgbClr val="0D1F3A"/>
          </a:solidFill>
          <a:ln w="19050">
            <a:solidFill>
              <a:srgbClr val="00E5A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NEXUS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E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493776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315468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847 Blueprints queried before acting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Historically-informed assets generated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minutes to deploy autonomously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Intelligence published back to network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0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native on Azure — every layer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0D1F3A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4813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17556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Registry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280160" y="1965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embeddings, semantic ranking, Blueprint retrieval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92040" y="137160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0D1F3A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37160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15000" y="14813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GPT-4o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15000" y="17556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Agent Brains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715000" y="1965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Scout, Architect, Builder, Guardian, Publisher reasoning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0D1F3A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60604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2715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Apps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29900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Isolation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80160" y="3200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containerized agents, event-driven, independent scaling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92040" y="260604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0D1F3A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260604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2715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Cosmos DB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15000" y="29900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History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15000" y="3200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data, Blueprint metadata, campaign records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0D1F3A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384048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80160" y="39502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80160" y="42245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Dashboard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280160" y="4434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IQ Score, Blueprint trends, regional insights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92040" y="384048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0D1F3A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92040" y="384048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715000" y="39502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15000" y="42245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15000" y="4434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development, disclosed per hackathon guidelines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0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distributed network has this problem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0D1F3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087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₹5L Cr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Admissions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 campaigns, zero shared learning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33472" y="141732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0D1F3A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33472" y="15087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₹10L Cr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33472" y="2240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Distribution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24912" y="2651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reinventing the sales playbook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09744" y="141732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0D1F3A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9744" y="15087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₹47L Cr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09744" y="2240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Channel Sales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01184" y="2651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consultants, zero institutional memory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86016" y="141732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0D1F3A"/>
          </a:solidFill>
          <a:ln w="12700">
            <a:solidFill>
              <a:srgbClr val="2EA8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86016" y="15087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A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₹25L Cr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986016" y="2240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77456" y="2651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networks — no collective intelligence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0F204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40050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The Network Effect Moat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2519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gets MORE valuable as the network grows. Every agent run adds Blueprints. The 100th campaign benefits from everything the first 99 discovered. Value compounds — and competitors start from zero.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00" cy="1280160"/>
          </a:xfrm>
          <a:prstGeom prst="roundRect">
            <a:avLst>
              <a:gd name="adj" fmla="val 8571"/>
            </a:avLst>
          </a:prstGeom>
          <a:solidFill>
            <a:srgbClr val="0F2040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A9C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agent learns alone. </a:t>
            </a:r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NEXUS makes every agent smarter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what all agents have learned.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572000" cy="2651760"/>
          </a:xfrm>
          <a:prstGeom prst="roundRect">
            <a:avLst>
              <a:gd name="adj" fmla="val 3448"/>
            </a:avLst>
          </a:prstGeom>
          <a:solidFill>
            <a:srgbClr val="0D1F3A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Adithya Reddy (Adi)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6334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AI Engineer, Eject Solutions Pvt Ltd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3+ years building LangGraph multi-agent systems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Production RAG pipelines for enterprise clients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Published research: SSRN ID 6845958 (EABN framework)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 300+ B2B partner campaigns — this is lived experience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0" y="214884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0F2040"/>
          </a:solidFill>
          <a:ln w="6350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2221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77840" y="24963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Partner network + Registry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vertical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3044952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0F204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31181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77840" y="33924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API for any LangChain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0" y="3941064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0F2040"/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40142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42885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Blueprint exchange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intelligence network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— Collective Intelligence Registry</dc:title>
  <dc:subject>PptxGenJS Presentation</dc:subject>
  <dc:creator>Adithya Reddy</dc:creator>
  <cp:lastModifiedBy>Adithya Reddy</cp:lastModifiedBy>
  <cp:revision>1</cp:revision>
  <dcterms:created xsi:type="dcterms:W3CDTF">2026-06-13T08:05:17Z</dcterms:created>
  <dcterms:modified xsi:type="dcterms:W3CDTF">2026-06-13T08:05:17Z</dcterms:modified>
</cp:coreProperties>
</file>